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T04 발표자료 · 데이터가 안 올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5F7FA"/>
                </a:solidFill>
              </a:defRPr>
            </a:pPr>
            <a:r>
              <a:t>실제로 변하는 공개 데이터를 매일 기록합니다.</a:t>
            </a:r>
          </a:p>
          <a:p>
            <a:pPr>
              <a:spcAft>
                <a:spcPts val="1400"/>
              </a:spcAft>
              <a:defRPr sz="2200">
                <a:solidFill>
                  <a:srgbClr val="F5F7FA"/>
                </a:solidFill>
              </a:defRPr>
            </a:pPr>
            <a:r>
              <a:t>값이 늦거나 실패해도 마지막 정상값과 현재 상태를 정직하게 보여줍니다.</a:t>
            </a:r>
          </a:p>
          <a:p>
            <a:pPr>
              <a:spcAft>
                <a:spcPts val="1400"/>
              </a:spcAft>
              <a:defRPr sz="2200">
                <a:solidFill>
                  <a:srgbClr val="F5F7FA"/>
                </a:solidFill>
              </a:defRPr>
            </a:pPr>
            <a:r>
              <a:t>공개 결과: https://realtime-info-board-t04.vercel.app/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무엇을 만들었나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Upbit BTC/KRW 일봉 기반 개인 정보판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값 · 단위(KRW) · 출처 링크 · 원천 관측 시각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조회 시각 · Asia/Seoul 기준 시간대 · 일별 기록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어제 대비 차이·방향·변화율을 한 화면에서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검증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변경된 T04 C01–C28을 기준으로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카드 1: 값의 맥락과 원자료 대조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카드 2: 브라우저·배포 파일·네트워크·Git 비밀값 0건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카드 3: timeout·401/403·429·offline·schema 변경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카드 4–5: KST 일별 중복 방지와 어제 대비 계산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정상 화면과 일별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원천값·저장값·계산 입력·화면값 대조</a:t>
            </a:r>
          </a:p>
        </p:txBody>
      </p:sp>
      <p:pic>
        <p:nvPicPr>
          <p:cNvPr id="4" name="Picture 3" descr="05_날짜별기록_중복방지_어제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1069848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출처 링크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한 번 클릭해 원자료 페이지로 이동</a:t>
            </a:r>
          </a:p>
        </p:txBody>
      </p:sp>
      <p:pic>
        <p:nvPicPr>
          <p:cNvPr id="4" name="Picture 3" descr="06_출처링크_한번클릭_원자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1069848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응답 형식 변경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실패 종류를 별도 상태로 표시</a:t>
            </a:r>
          </a:p>
        </p:txBody>
      </p:sp>
      <p:pic>
        <p:nvPicPr>
          <p:cNvPr id="4" name="Picture 3" descr="장애_schema-chan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1069848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정상값 보존과 복구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다시 시도 후 정상 상태로 복구</a:t>
            </a:r>
          </a:p>
        </p:txBody>
      </p:sp>
      <p:pic>
        <p:nvPicPr>
          <p:cNvPr id="4" name="Picture 3" descr="장애_다시시도_복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1069848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실제 원천 기록 2건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합성 fixture는 실제 기록을 대신하지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2026-08-25: 109,165,000 KRW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2026-08-26: 109,830,000 KRW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차이: +665,000 KRW · 변화율: +0.61%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두 날짜의 원천·저장·계산·화면값이 일치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안전한 호출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서버 Route Handler → 검증된 응답 →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브라우저에서 외부 provider를 직접 호출하지 않습니다.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응답 스키마와 HTTP 상태를 경계에서 검증합니다.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실패 시 마지막 정상값을 보존하고 stale/empty를 구분합니다.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비밀값 검색 결과: 0건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로컬 자동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lint 통과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typecheck 통과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Vitest 41개 통과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production build 통과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Playwright E2E 9개 통과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증거 폴더는 실행 timestamp별로 생성되며 덮어쓰기 방지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남은 확인과 정직한 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공개 배포 URL은 완료: https://realtime-info-board-t04.vercel.app/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다음 실제 KST 날짜의 앱 재실행(C19/C21/C22)은 추가 확인 항목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제공되지 않은 공개 asset 패키지 SHA-256도 보류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합성 D1/D2를 실제 날짜 기록처럼 사용하지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6C7"/>
                </a:solidFill>
              </a:defRPr>
            </a:pPr>
            <a:r>
              <a:t>소스·문서·스크린샷 증거를 함께 제출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소스: https://github.com/stulss/realtime-info-board-t04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전체 원고: docs/T04_프로젝트_전체기록.md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검증 안내: docs/T04_검증_체크리스트.md</a:t>
            </a: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t>질문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